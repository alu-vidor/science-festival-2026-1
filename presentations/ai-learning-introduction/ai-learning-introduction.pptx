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ИИ — общее название технологий, которые помогают распознавать объекты, строить прогнозы и создавать новый текст или изображения. Машинное обучение — один из способов создать такую систему. Нейросеть — один из видов моделей, но не единственный. В нашем примере робот решает задачу классификации: по показаниям датчиков предсказывает, сможет ли проехать.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Признаки — измеримые свойства объекта. У робота их четыре: влажность, уклон, неровности и твёрдость. Во время обучения сохраняются примеры с метками. При прогнозе новый участок сравнивается с ближайшими примерами. Название покрытия и физический результат испытания не передаются классификатору как готовый ответ. В численном примере новый участок 12 / 42 / 20 / 80 близок к безопасному примеру 10 / 40 / 20 / 80. Если похожих примеров не хватает или они противоречат друг другу, робот может показать, что не знает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обучении с учителем у каждого примера есть записанный ответ — метка. В интерактиве метки задаёт человек: «проедет» или «застрянет». Модель учится использовать эти ответы для новых похожих участков. Испытание показывает физический результат отдельно и не исправляет ошибочную метку автоматически. Качество меток влияет на качество прогноза.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обучении без учителя готовых ответов нет. Один из подходов — кластеризация: объединение похожих объектов в группы. Для города можно представить группировку жителей по сходству их маршрутов. Это пример возможного применения ИИ; в самом интерактиве кластеризация не реализована. Номера групп не являются заранее заданными правильными ответами.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обучении с подкреплением агент пробует действия в среде и получает награду за последствия. Он учится выбирать действия так, чтобы увеличить суммарную награду, включая будущие последствия. Это распространённый подход к управлению роботами. Робот нашей площадки использует другой подход — обучение с учителем по размеченным показаниям датчиков.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проверяют на примерах, которые не использовали для её обучения. Робот может ошибиться из-за небольшого набора примеров, неверных меток или изменившихся после дождя показаний. Город — вычислительная симуляция: он рассчитывает последствия решений по заданным правилам, а не обучает ИИ после каждого нажатия. Чтобы сравнить решения честно, берут одинаковые исходные условия и меняют одно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Искусственный интеллект: данные, обучение и проверка</dc:title>
  <dc:subject>Примеры спасательного робота и симуляции города</dc:subject>
  <dc:creator>поИИграем? · Фестиваль науки</dc:creator>
  <cp:keywords>ИИ, машинное обучение, школьники, робот, симуляция, город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